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Slidev to PPTX Conversion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Created: January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Convert any HTML element to PPTX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 gradients and shadows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 responsive layouts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for complex CSS styles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editable output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3498DB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some content in the left column. It demonstrates text placement within a colored container.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some content in the right column. It shows how the layout adapts to multiple content areas.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exportToPptx } from 'dom-to-pptx';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the slide element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slides = document.querySelectorAll('.slide');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Export to PPTX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exportToPptx(Array.from(slides),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'presentation.pptx'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>PptxGenJS Presentation</dc:subject>
  <dc:creator>Slidev PPTX Test</dc:creator>
  <cp:lastModifiedBy>Slidev PPTX Test</cp:lastModifiedBy>
  <cp:revision>1</cp:revision>
  <dcterms:created xsi:type="dcterms:W3CDTF">2026-01-10T13:22:50Z</dcterms:created>
  <dcterms:modified xsi:type="dcterms:W3CDTF">2026-01-10T13:22:50Z</dcterms:modified>
</cp:coreProperties>
</file>